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" charset="1" panose="00000500000000000000"/>
      <p:regular r:id="rId17"/>
    </p:embeddedFont>
    <p:embeddedFont>
      <p:font typeface="League Spartan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2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3086100" cy="10287000"/>
            <a:chOff x="0" y="0"/>
            <a:chExt cx="81280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648322" y="2835569"/>
            <a:ext cx="8103411" cy="14529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5"/>
              </a:lnSpc>
              <a:spcBef>
                <a:spcPct val="0"/>
              </a:spcBef>
            </a:pPr>
            <a:r>
              <a:rPr lang="en-US" sz="80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FINAL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48322" y="4106715"/>
            <a:ext cx="10991397" cy="162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43"/>
              </a:lnSpc>
              <a:spcBef>
                <a:spcPct val="0"/>
              </a:spcBef>
            </a:pPr>
            <a:r>
              <a:rPr lang="en-US" sz="9530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SHARESPACE</a:t>
            </a:r>
          </a:p>
        </p:txBody>
      </p:sp>
      <p:sp>
        <p:nvSpPr>
          <p:cNvPr name="AutoShape 8" id="8"/>
          <p:cNvSpPr/>
          <p:nvPr/>
        </p:nvSpPr>
        <p:spPr>
          <a:xfrm flipV="true">
            <a:off x="3648322" y="5611372"/>
            <a:ext cx="9687995" cy="2050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763158" y="387350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48322" y="5962793"/>
            <a:ext cx="6583633" cy="423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4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Advance Computer Programming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20" y="1494821"/>
            <a:ext cx="6544963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OUTLINE</a:t>
            </a:r>
          </a:p>
        </p:txBody>
      </p:sp>
      <p:sp>
        <p:nvSpPr>
          <p:cNvPr name="AutoShape 4" id="4"/>
          <p:cNvSpPr/>
          <p:nvPr/>
        </p:nvSpPr>
        <p:spPr>
          <a:xfrm flipH="true">
            <a:off x="1028720" y="2186817"/>
            <a:ext cx="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9792" y="2205867"/>
            <a:ext cx="2618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671810" y="1081600"/>
            <a:ext cx="6094969" cy="3428377"/>
            <a:chOff x="0" y="0"/>
            <a:chExt cx="11289030" cy="63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87760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3"/>
              <a:stretch>
                <a:fillRect l="0" t="-9265" r="0" b="-926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671810" y="5408135"/>
            <a:ext cx="6094969" cy="3428377"/>
            <a:chOff x="0" y="0"/>
            <a:chExt cx="1128903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287760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4"/>
              <a:stretch>
                <a:fillRect l="0" t="-1597" r="0" b="-159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810500" y="0"/>
            <a:ext cx="3086100" cy="10287000"/>
            <a:chOff x="0" y="0"/>
            <a:chExt cx="812800" cy="27093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12800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88459" y="5280058"/>
            <a:ext cx="256154" cy="25615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090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70591" y="3345926"/>
            <a:ext cx="291891" cy="29189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090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04372" y="6993269"/>
            <a:ext cx="258109" cy="25810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A090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444034" y="5085857"/>
            <a:ext cx="6544963" cy="587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8"/>
              </a:lnSpc>
              <a:spcBef>
                <a:spcPct val="0"/>
              </a:spcBef>
            </a:pPr>
            <a:r>
              <a:rPr lang="en-US" sz="349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Demonstration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44034" y="3288776"/>
            <a:ext cx="6544963" cy="587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8"/>
              </a:lnSpc>
              <a:spcBef>
                <a:spcPct val="0"/>
              </a:spcBef>
            </a:pPr>
            <a:r>
              <a:rPr lang="en-US" sz="349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Purpose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42942" y="6822116"/>
            <a:ext cx="6544963" cy="587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8"/>
              </a:lnSpc>
              <a:spcBef>
                <a:spcPct val="0"/>
              </a:spcBef>
            </a:pPr>
            <a:r>
              <a:rPr lang="en-US" sz="349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Limitation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8959850" y="-4000500"/>
            <a:ext cx="368300" cy="18288000"/>
            <a:chOff x="0" y="0"/>
            <a:chExt cx="97001" cy="4816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70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97001">
                  <a:moveTo>
                    <a:pt x="0" y="0"/>
                  </a:moveTo>
                  <a:lnTo>
                    <a:pt x="97001" y="0"/>
                  </a:lnTo>
                  <a:lnTo>
                    <a:pt x="970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7001" cy="486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029792" y="2252109"/>
            <a:ext cx="2618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9144000" y="579720"/>
            <a:ext cx="6850188" cy="3853183"/>
            <a:chOff x="0" y="0"/>
            <a:chExt cx="1128903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287761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1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1" y="0"/>
                    <a:pt x="11287761" y="234950"/>
                    <a:pt x="11287761" y="525780"/>
                  </a:cubicBezTo>
                  <a:lnTo>
                    <a:pt x="11287761" y="5822950"/>
                  </a:lnTo>
                  <a:cubicBezTo>
                    <a:pt x="11287761" y="6113780"/>
                    <a:pt x="11052811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ubicBezTo>
                    <a:pt x="0" y="5824220"/>
                    <a:pt x="0" y="5824220"/>
                    <a:pt x="0" y="5824220"/>
                  </a:cubicBezTo>
                  <a:close/>
                </a:path>
              </a:pathLst>
            </a:custGeom>
            <a:blipFill>
              <a:blip r:embed="rId3"/>
              <a:stretch>
                <a:fillRect l="0" t="-13450" r="0" b="-13450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28700" y="5889625"/>
            <a:ext cx="6850188" cy="3853183"/>
            <a:chOff x="0" y="0"/>
            <a:chExt cx="11289030" cy="63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87761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1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1" y="0"/>
                    <a:pt x="11287761" y="234950"/>
                    <a:pt x="11287761" y="525780"/>
                  </a:cubicBezTo>
                  <a:lnTo>
                    <a:pt x="11287761" y="5822950"/>
                  </a:lnTo>
                  <a:cubicBezTo>
                    <a:pt x="11287761" y="6113780"/>
                    <a:pt x="11052811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ubicBezTo>
                    <a:pt x="0" y="5824220"/>
                    <a:pt x="0" y="5824220"/>
                    <a:pt x="0" y="5824220"/>
                  </a:cubicBezTo>
                  <a:close/>
                </a:path>
              </a:pathLst>
            </a:custGeom>
            <a:blipFill>
              <a:blip r:embed="rId4"/>
              <a:stretch>
                <a:fillRect l="0" t="-4" r="0" b="-4"/>
              </a:stretch>
            </a:blipFill>
          </p:spPr>
        </p:sp>
      </p:grpSp>
      <p:sp>
        <p:nvSpPr>
          <p:cNvPr name="AutoShape 11" id="11"/>
          <p:cNvSpPr/>
          <p:nvPr/>
        </p:nvSpPr>
        <p:spPr>
          <a:xfrm>
            <a:off x="9621342" y="7702868"/>
            <a:ext cx="2618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7062941" y="6901229"/>
            <a:ext cx="392717" cy="1565177"/>
          </a:xfrm>
          <a:custGeom>
            <a:avLst/>
            <a:gdLst/>
            <a:ahLst/>
            <a:cxnLst/>
            <a:rect r="r" b="b" t="t" l="l"/>
            <a:pathLst>
              <a:path h="1565177" w="392717">
                <a:moveTo>
                  <a:pt x="0" y="0"/>
                </a:moveTo>
                <a:lnTo>
                  <a:pt x="392718" y="0"/>
                </a:lnTo>
                <a:lnTo>
                  <a:pt x="392718" y="1565177"/>
                </a:lnTo>
                <a:lnTo>
                  <a:pt x="0" y="15651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368733" y="1704771"/>
            <a:ext cx="392717" cy="1565177"/>
          </a:xfrm>
          <a:custGeom>
            <a:avLst/>
            <a:gdLst/>
            <a:ahLst/>
            <a:cxnLst/>
            <a:rect r="r" b="b" t="t" l="l"/>
            <a:pathLst>
              <a:path h="1565177" w="392717">
                <a:moveTo>
                  <a:pt x="0" y="0"/>
                </a:moveTo>
                <a:lnTo>
                  <a:pt x="392717" y="0"/>
                </a:lnTo>
                <a:lnTo>
                  <a:pt x="392717" y="1565177"/>
                </a:lnTo>
                <a:lnTo>
                  <a:pt x="0" y="15651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20" y="933450"/>
            <a:ext cx="3255770" cy="64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20" y="1494821"/>
            <a:ext cx="4957463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PURPOSE?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20270" y="6945580"/>
            <a:ext cx="4957463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THEME? SDG?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477548"/>
            <a:ext cx="6340033" cy="201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1874" indent="-250937" lvl="1">
              <a:lnSpc>
                <a:spcPts val="3254"/>
              </a:lnSpc>
              <a:buFont typeface="Arial"/>
              <a:buChar char="•"/>
            </a:pPr>
            <a:r>
              <a:rPr lang="en-US" sz="232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32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 manage items donated by user</a:t>
            </a:r>
          </a:p>
          <a:p>
            <a:pPr algn="l" marL="501874" indent="-250937" lvl="1">
              <a:lnSpc>
                <a:spcPts val="3254"/>
              </a:lnSpc>
              <a:buFont typeface="Arial"/>
              <a:buChar char="•"/>
            </a:pPr>
            <a:r>
              <a:rPr lang="en-US" sz="232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catagorize them</a:t>
            </a:r>
          </a:p>
          <a:p>
            <a:pPr algn="l" marL="501874" indent="-250937" lvl="1">
              <a:lnSpc>
                <a:spcPts val="3254"/>
              </a:lnSpc>
              <a:buFont typeface="Arial"/>
              <a:buChar char="•"/>
            </a:pPr>
            <a:r>
              <a:rPr lang="en-US" sz="232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organize them</a:t>
            </a:r>
          </a:p>
          <a:p>
            <a:pPr algn="l" marL="501874" indent="-250937" lvl="1">
              <a:lnSpc>
                <a:spcPts val="3254"/>
              </a:lnSpc>
              <a:buFont typeface="Arial"/>
              <a:buChar char="•"/>
            </a:pPr>
            <a:r>
              <a:rPr lang="en-US" sz="232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sort them</a:t>
            </a:r>
          </a:p>
          <a:p>
            <a:pPr algn="l">
              <a:lnSpc>
                <a:spcPts val="3254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620270" y="6346109"/>
            <a:ext cx="3255770" cy="64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HOW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21342" y="7740016"/>
            <a:ext cx="6827087" cy="220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0430" indent="-270215" lvl="1">
              <a:lnSpc>
                <a:spcPts val="3504"/>
              </a:lnSpc>
              <a:buFont typeface="Arial"/>
              <a:buChar char="•"/>
            </a:pPr>
            <a:r>
              <a:rPr lang="en-US" sz="25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Ensure sustainable consumption through the donation of items.</a:t>
            </a:r>
          </a:p>
          <a:p>
            <a:pPr algn="l" marL="540430" indent="-270215" lvl="1">
              <a:lnSpc>
                <a:spcPts val="3504"/>
              </a:lnSpc>
              <a:buFont typeface="Arial"/>
              <a:buChar char="•"/>
            </a:pPr>
            <a:r>
              <a:rPr lang="en-US" sz="250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Creates an environment that reduce commercial waste(e-waste, books, furnitures..etc)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988392"/>
            <a:ext cx="4957463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REQUIREMENTS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796" y="5688530"/>
            <a:ext cx="377424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5629255" y="2571750"/>
            <a:ext cx="290233" cy="5143500"/>
            <a:chOff x="0" y="0"/>
            <a:chExt cx="76440" cy="13546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440" cy="1354667"/>
            </a:xfrm>
            <a:custGeom>
              <a:avLst/>
              <a:gdLst/>
              <a:ahLst/>
              <a:cxnLst/>
              <a:rect r="r" b="b" t="t" l="l"/>
              <a:pathLst>
                <a:path h="1354667" w="76440">
                  <a:moveTo>
                    <a:pt x="0" y="0"/>
                  </a:moveTo>
                  <a:lnTo>
                    <a:pt x="76440" y="0"/>
                  </a:lnTo>
                  <a:lnTo>
                    <a:pt x="76440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76440" cy="1402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978686" y="1674411"/>
            <a:ext cx="6799412" cy="6799412"/>
          </a:xfrm>
          <a:custGeom>
            <a:avLst/>
            <a:gdLst/>
            <a:ahLst/>
            <a:cxnLst/>
            <a:rect r="r" b="b" t="t" l="l"/>
            <a:pathLst>
              <a:path h="6799412" w="6799412">
                <a:moveTo>
                  <a:pt x="0" y="0"/>
                </a:moveTo>
                <a:lnTo>
                  <a:pt x="6799412" y="0"/>
                </a:lnTo>
                <a:lnTo>
                  <a:pt x="6799412" y="6799412"/>
                </a:lnTo>
                <a:lnTo>
                  <a:pt x="0" y="67994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8959850" y="-4000500"/>
            <a:ext cx="368300" cy="18288000"/>
            <a:chOff x="0" y="0"/>
            <a:chExt cx="97001" cy="4816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70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97001">
                  <a:moveTo>
                    <a:pt x="0" y="0"/>
                  </a:moveTo>
                  <a:lnTo>
                    <a:pt x="97001" y="0"/>
                  </a:lnTo>
                  <a:lnTo>
                    <a:pt x="970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7001" cy="486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0999886" y="3278748"/>
            <a:ext cx="2618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029771" y="8437726"/>
            <a:ext cx="2618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792915" y="1051011"/>
            <a:ext cx="9527073" cy="3251114"/>
          </a:xfrm>
          <a:custGeom>
            <a:avLst/>
            <a:gdLst/>
            <a:ahLst/>
            <a:cxnLst/>
            <a:rect r="r" b="b" t="t" l="l"/>
            <a:pathLst>
              <a:path h="3251114" w="9527073">
                <a:moveTo>
                  <a:pt x="0" y="0"/>
                </a:moveTo>
                <a:lnTo>
                  <a:pt x="9527074" y="0"/>
                </a:lnTo>
                <a:lnTo>
                  <a:pt x="9527074" y="3251114"/>
                </a:lnTo>
                <a:lnTo>
                  <a:pt x="0" y="32511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879265" y="5632450"/>
            <a:ext cx="8380035" cy="4368093"/>
          </a:xfrm>
          <a:custGeom>
            <a:avLst/>
            <a:gdLst/>
            <a:ahLst/>
            <a:cxnLst/>
            <a:rect r="r" b="b" t="t" l="l"/>
            <a:pathLst>
              <a:path h="4368093" w="8380035">
                <a:moveTo>
                  <a:pt x="0" y="0"/>
                </a:moveTo>
                <a:lnTo>
                  <a:pt x="8380035" y="0"/>
                </a:lnTo>
                <a:lnTo>
                  <a:pt x="8380035" y="4368093"/>
                </a:lnTo>
                <a:lnTo>
                  <a:pt x="0" y="43680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998814" y="1960089"/>
            <a:ext cx="3255770" cy="64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CLASS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98814" y="2521460"/>
            <a:ext cx="5576898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 DATA MEMBERS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7680438"/>
            <a:ext cx="6828158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SORTED LINKED LIST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080967"/>
            <a:ext cx="3255770" cy="64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LINKED LIST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8959850" y="-4000500"/>
            <a:ext cx="368300" cy="18288000"/>
            <a:chOff x="0" y="0"/>
            <a:chExt cx="97001" cy="4816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70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97001">
                  <a:moveTo>
                    <a:pt x="0" y="0"/>
                  </a:moveTo>
                  <a:lnTo>
                    <a:pt x="97001" y="0"/>
                  </a:lnTo>
                  <a:lnTo>
                    <a:pt x="970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7001" cy="486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V="true">
            <a:off x="957194" y="3089440"/>
            <a:ext cx="4123617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531779" y="8780998"/>
            <a:ext cx="438946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6138559"/>
            <a:ext cx="6805327" cy="1120951"/>
          </a:xfrm>
          <a:custGeom>
            <a:avLst/>
            <a:gdLst/>
            <a:ahLst/>
            <a:cxnLst/>
            <a:rect r="r" b="b" t="t" l="l"/>
            <a:pathLst>
              <a:path h="1120951" w="6805327">
                <a:moveTo>
                  <a:pt x="0" y="0"/>
                </a:moveTo>
                <a:lnTo>
                  <a:pt x="6805327" y="0"/>
                </a:lnTo>
                <a:lnTo>
                  <a:pt x="6805327" y="1120951"/>
                </a:lnTo>
                <a:lnTo>
                  <a:pt x="0" y="11209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957" r="0" b="-4957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6123" y="7492546"/>
            <a:ext cx="6805327" cy="1352052"/>
          </a:xfrm>
          <a:custGeom>
            <a:avLst/>
            <a:gdLst/>
            <a:ahLst/>
            <a:cxnLst/>
            <a:rect r="r" b="b" t="t" l="l"/>
            <a:pathLst>
              <a:path h="1352052" w="6805327">
                <a:moveTo>
                  <a:pt x="0" y="0"/>
                </a:moveTo>
                <a:lnTo>
                  <a:pt x="6805327" y="0"/>
                </a:lnTo>
                <a:lnTo>
                  <a:pt x="6805327" y="1352052"/>
                </a:lnTo>
                <a:lnTo>
                  <a:pt x="0" y="1352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10" t="-17645" r="-2753" b="-8222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661907" y="1514444"/>
            <a:ext cx="10251284" cy="2497480"/>
          </a:xfrm>
          <a:custGeom>
            <a:avLst/>
            <a:gdLst/>
            <a:ahLst/>
            <a:cxnLst/>
            <a:rect r="r" b="b" t="t" l="l"/>
            <a:pathLst>
              <a:path h="2497480" w="10251284">
                <a:moveTo>
                  <a:pt x="0" y="0"/>
                </a:moveTo>
                <a:lnTo>
                  <a:pt x="10251284" y="0"/>
                </a:lnTo>
                <a:lnTo>
                  <a:pt x="10251284" y="2497480"/>
                </a:lnTo>
                <a:lnTo>
                  <a:pt x="0" y="24974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56123" y="1789832"/>
            <a:ext cx="3255770" cy="64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6123" y="2351203"/>
            <a:ext cx="6340013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BINARY SEARCH TREE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31779" y="7281060"/>
            <a:ext cx="8010394" cy="1499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CONSTRUCTOR DESTRUCTORS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31779" y="6603784"/>
            <a:ext cx="3255770" cy="64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CLASS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231154" y="4988392"/>
            <a:ext cx="5488407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DEMONSTRATION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2232226" y="5726630"/>
            <a:ext cx="377424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1397716" y="2571750"/>
            <a:ext cx="290233" cy="5143500"/>
            <a:chOff x="0" y="0"/>
            <a:chExt cx="76440" cy="13546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440" cy="1354667"/>
            </a:xfrm>
            <a:custGeom>
              <a:avLst/>
              <a:gdLst/>
              <a:ahLst/>
              <a:cxnLst/>
              <a:rect r="r" b="b" t="t" l="l"/>
              <a:pathLst>
                <a:path h="1354667" w="76440">
                  <a:moveTo>
                    <a:pt x="0" y="0"/>
                  </a:moveTo>
                  <a:lnTo>
                    <a:pt x="76440" y="0"/>
                  </a:lnTo>
                  <a:lnTo>
                    <a:pt x="76440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76440" cy="1402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090589" y="2035204"/>
            <a:ext cx="7524740" cy="6730339"/>
          </a:xfrm>
          <a:custGeom>
            <a:avLst/>
            <a:gdLst/>
            <a:ahLst/>
            <a:cxnLst/>
            <a:rect r="r" b="b" t="t" l="l"/>
            <a:pathLst>
              <a:path h="6730339" w="7524740">
                <a:moveTo>
                  <a:pt x="0" y="0"/>
                </a:moveTo>
                <a:lnTo>
                  <a:pt x="7524740" y="0"/>
                </a:lnTo>
                <a:lnTo>
                  <a:pt x="7524740" y="6730339"/>
                </a:lnTo>
                <a:lnTo>
                  <a:pt x="0" y="6730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231154" y="4427021"/>
            <a:ext cx="3255770" cy="624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40"/>
              </a:lnSpc>
              <a:spcBef>
                <a:spcPct val="0"/>
              </a:spcBef>
            </a:pPr>
            <a:r>
              <a:rPr lang="en-US" sz="35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DISPLAY</a:t>
            </a:r>
          </a:p>
        </p:txBody>
      </p:sp>
      <p:grpSp>
        <p:nvGrpSpPr>
          <p:cNvPr name="Group 10" id="10"/>
          <p:cNvGrpSpPr/>
          <p:nvPr/>
        </p:nvGrpSpPr>
        <p:grpSpPr>
          <a:xfrm rot="-5400000">
            <a:off x="3576638" y="-888760"/>
            <a:ext cx="47625" cy="5143500"/>
            <a:chOff x="0" y="0"/>
            <a:chExt cx="12543" cy="13546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43" cy="1354667"/>
            </a:xfrm>
            <a:custGeom>
              <a:avLst/>
              <a:gdLst/>
              <a:ahLst/>
              <a:cxnLst/>
              <a:rect r="r" b="b" t="t" l="l"/>
              <a:pathLst>
                <a:path h="1354667" w="12543">
                  <a:moveTo>
                    <a:pt x="0" y="0"/>
                  </a:moveTo>
                  <a:lnTo>
                    <a:pt x="12543" y="0"/>
                  </a:lnTo>
                  <a:lnTo>
                    <a:pt x="12543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543" cy="1402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400000">
            <a:off x="7954472" y="6541455"/>
            <a:ext cx="47625" cy="5143500"/>
            <a:chOff x="0" y="0"/>
            <a:chExt cx="12543" cy="13546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543" cy="1354667"/>
            </a:xfrm>
            <a:custGeom>
              <a:avLst/>
              <a:gdLst/>
              <a:ahLst/>
              <a:cxnLst/>
              <a:rect r="r" b="b" t="t" l="l"/>
              <a:pathLst>
                <a:path h="1354667" w="12543">
                  <a:moveTo>
                    <a:pt x="0" y="0"/>
                  </a:moveTo>
                  <a:lnTo>
                    <a:pt x="12543" y="0"/>
                  </a:lnTo>
                  <a:lnTo>
                    <a:pt x="12543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2543" cy="1402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731369"/>
            <a:ext cx="4957463" cy="738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LIMITATIONS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205778" y="5431806"/>
            <a:ext cx="377424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6691144" y="2571750"/>
            <a:ext cx="290233" cy="5143500"/>
            <a:chOff x="0" y="0"/>
            <a:chExt cx="76440" cy="13546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440" cy="1354667"/>
            </a:xfrm>
            <a:custGeom>
              <a:avLst/>
              <a:gdLst/>
              <a:ahLst/>
              <a:cxnLst/>
              <a:rect r="r" b="b" t="t" l="l"/>
              <a:pathLst>
                <a:path h="1354667" w="76440">
                  <a:moveTo>
                    <a:pt x="0" y="0"/>
                  </a:moveTo>
                  <a:lnTo>
                    <a:pt x="76440" y="0"/>
                  </a:lnTo>
                  <a:lnTo>
                    <a:pt x="76440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76440" cy="1402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766385" y="1629503"/>
            <a:ext cx="7027994" cy="7027994"/>
          </a:xfrm>
          <a:custGeom>
            <a:avLst/>
            <a:gdLst/>
            <a:ahLst/>
            <a:cxnLst/>
            <a:rect r="r" b="b" t="t" l="l"/>
            <a:pathLst>
              <a:path h="7027994" w="7027994">
                <a:moveTo>
                  <a:pt x="0" y="0"/>
                </a:moveTo>
                <a:lnTo>
                  <a:pt x="7027994" y="0"/>
                </a:lnTo>
                <a:lnTo>
                  <a:pt x="7027994" y="7027994"/>
                </a:lnTo>
                <a:lnTo>
                  <a:pt x="0" y="70279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8959850" y="-4000500"/>
            <a:ext cx="368300" cy="18288000"/>
            <a:chOff x="0" y="0"/>
            <a:chExt cx="97001" cy="4816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70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97001">
                  <a:moveTo>
                    <a:pt x="0" y="0"/>
                  </a:moveTo>
                  <a:lnTo>
                    <a:pt x="97001" y="0"/>
                  </a:lnTo>
                  <a:lnTo>
                    <a:pt x="970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7001" cy="486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029792" y="2252109"/>
            <a:ext cx="2618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621342" y="7702868"/>
            <a:ext cx="2618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7062941" y="6901229"/>
            <a:ext cx="392717" cy="1565177"/>
          </a:xfrm>
          <a:custGeom>
            <a:avLst/>
            <a:gdLst/>
            <a:ahLst/>
            <a:cxnLst/>
            <a:rect r="r" b="b" t="t" l="l"/>
            <a:pathLst>
              <a:path h="1565177" w="392717">
                <a:moveTo>
                  <a:pt x="0" y="0"/>
                </a:moveTo>
                <a:lnTo>
                  <a:pt x="392718" y="0"/>
                </a:lnTo>
                <a:lnTo>
                  <a:pt x="392718" y="1565177"/>
                </a:lnTo>
                <a:lnTo>
                  <a:pt x="0" y="1565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368733" y="1704771"/>
            <a:ext cx="392717" cy="1565177"/>
          </a:xfrm>
          <a:custGeom>
            <a:avLst/>
            <a:gdLst/>
            <a:ahLst/>
            <a:cxnLst/>
            <a:rect r="r" b="b" t="t" l="l"/>
            <a:pathLst>
              <a:path h="1565177" w="392717">
                <a:moveTo>
                  <a:pt x="0" y="0"/>
                </a:moveTo>
                <a:lnTo>
                  <a:pt x="392717" y="0"/>
                </a:lnTo>
                <a:lnTo>
                  <a:pt x="392717" y="1565177"/>
                </a:lnTo>
                <a:lnTo>
                  <a:pt x="0" y="15651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433667" y="552227"/>
            <a:ext cx="4416436" cy="3908168"/>
          </a:xfrm>
          <a:custGeom>
            <a:avLst/>
            <a:gdLst/>
            <a:ahLst/>
            <a:cxnLst/>
            <a:rect r="r" b="b" t="t" l="l"/>
            <a:pathLst>
              <a:path h="3908168" w="4416436">
                <a:moveTo>
                  <a:pt x="0" y="0"/>
                </a:moveTo>
                <a:lnTo>
                  <a:pt x="4416435" y="0"/>
                </a:lnTo>
                <a:lnTo>
                  <a:pt x="4416435" y="3908168"/>
                </a:lnTo>
                <a:lnTo>
                  <a:pt x="0" y="39081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55813" y="5281486"/>
            <a:ext cx="4804664" cy="4804664"/>
          </a:xfrm>
          <a:custGeom>
            <a:avLst/>
            <a:gdLst/>
            <a:ahLst/>
            <a:cxnLst/>
            <a:rect r="r" b="b" t="t" l="l"/>
            <a:pathLst>
              <a:path h="4804664" w="4804664">
                <a:moveTo>
                  <a:pt x="0" y="0"/>
                </a:moveTo>
                <a:lnTo>
                  <a:pt x="4804664" y="0"/>
                </a:lnTo>
                <a:lnTo>
                  <a:pt x="4804664" y="4804664"/>
                </a:lnTo>
                <a:lnTo>
                  <a:pt x="0" y="48046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20" y="933450"/>
            <a:ext cx="3255770" cy="64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ISSUE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20" y="1494821"/>
            <a:ext cx="5731757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REPEAT ITEMS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20270" y="6945580"/>
            <a:ext cx="6085720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DATA STORAGE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449161"/>
            <a:ext cx="5542298" cy="709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4"/>
              </a:lnSpc>
              <a:spcBef>
                <a:spcPct val="0"/>
              </a:spcBef>
            </a:pPr>
            <a:r>
              <a:rPr lang="en-US" sz="203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 item cannot have the same name as an already existing item in the list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20270" y="6346109"/>
            <a:ext cx="3255770" cy="64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ISSUE 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21342" y="7888615"/>
            <a:ext cx="5744623" cy="109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There is no record of every item entered thus if the program is closed all the infomation is lost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12" t="0" r="-2031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8959850" y="-4000500"/>
            <a:ext cx="368300" cy="18288000"/>
            <a:chOff x="0" y="0"/>
            <a:chExt cx="97001" cy="4816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7001" cy="4816592"/>
            </a:xfrm>
            <a:custGeom>
              <a:avLst/>
              <a:gdLst/>
              <a:ahLst/>
              <a:cxnLst/>
              <a:rect r="r" b="b" t="t" l="l"/>
              <a:pathLst>
                <a:path h="4816592" w="97001">
                  <a:moveTo>
                    <a:pt x="0" y="0"/>
                  </a:moveTo>
                  <a:lnTo>
                    <a:pt x="97001" y="0"/>
                  </a:lnTo>
                  <a:lnTo>
                    <a:pt x="97001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7001" cy="486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8880337" y="2452780"/>
            <a:ext cx="2618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335530" y="7225329"/>
            <a:ext cx="26187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029771" y="275365"/>
            <a:ext cx="7132845" cy="4456060"/>
          </a:xfrm>
          <a:custGeom>
            <a:avLst/>
            <a:gdLst/>
            <a:ahLst/>
            <a:cxnLst/>
            <a:rect r="r" b="b" t="t" l="l"/>
            <a:pathLst>
              <a:path h="4456060" w="7132845">
                <a:moveTo>
                  <a:pt x="0" y="0"/>
                </a:moveTo>
                <a:lnTo>
                  <a:pt x="7132845" y="0"/>
                </a:lnTo>
                <a:lnTo>
                  <a:pt x="7132845" y="4456059"/>
                </a:lnTo>
                <a:lnTo>
                  <a:pt x="0" y="44560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358715" y="1720806"/>
            <a:ext cx="392717" cy="1565177"/>
          </a:xfrm>
          <a:custGeom>
            <a:avLst/>
            <a:gdLst/>
            <a:ahLst/>
            <a:cxnLst/>
            <a:rect r="r" b="b" t="t" l="l"/>
            <a:pathLst>
              <a:path h="1565177" w="392717">
                <a:moveTo>
                  <a:pt x="0" y="0"/>
                </a:moveTo>
                <a:lnTo>
                  <a:pt x="392717" y="0"/>
                </a:lnTo>
                <a:lnTo>
                  <a:pt x="392717" y="1565177"/>
                </a:lnTo>
                <a:lnTo>
                  <a:pt x="0" y="15651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966258" y="7206279"/>
            <a:ext cx="392717" cy="1565177"/>
          </a:xfrm>
          <a:custGeom>
            <a:avLst/>
            <a:gdLst/>
            <a:ahLst/>
            <a:cxnLst/>
            <a:rect r="r" b="b" t="t" l="l"/>
            <a:pathLst>
              <a:path h="1565177" w="392717">
                <a:moveTo>
                  <a:pt x="0" y="0"/>
                </a:moveTo>
                <a:lnTo>
                  <a:pt x="392717" y="0"/>
                </a:lnTo>
                <a:lnTo>
                  <a:pt x="392717" y="1565177"/>
                </a:lnTo>
                <a:lnTo>
                  <a:pt x="0" y="15651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038095" y="5929963"/>
            <a:ext cx="4117809" cy="4117809"/>
          </a:xfrm>
          <a:custGeom>
            <a:avLst/>
            <a:gdLst/>
            <a:ahLst/>
            <a:cxnLst/>
            <a:rect r="r" b="b" t="t" l="l"/>
            <a:pathLst>
              <a:path h="4117809" w="4117809">
                <a:moveTo>
                  <a:pt x="0" y="0"/>
                </a:moveTo>
                <a:lnTo>
                  <a:pt x="4117809" y="0"/>
                </a:lnTo>
                <a:lnTo>
                  <a:pt x="4117809" y="4117809"/>
                </a:lnTo>
                <a:lnTo>
                  <a:pt x="0" y="41178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879265" y="1134121"/>
            <a:ext cx="3255770" cy="64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ISSUE 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79265" y="1695492"/>
            <a:ext cx="7479449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SELF CATEGORIZING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4458" y="6468042"/>
            <a:ext cx="6828158" cy="738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8"/>
              </a:lnSpc>
              <a:spcBef>
                <a:spcPct val="0"/>
              </a:spcBef>
            </a:pPr>
            <a:r>
              <a:rPr lang="en-US" sz="4298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 ITEM EDITTING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4458" y="5868570"/>
            <a:ext cx="3255770" cy="647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80"/>
              </a:lnSpc>
              <a:spcBef>
                <a:spcPct val="0"/>
              </a:spcBef>
            </a:pPr>
            <a:r>
              <a:rPr lang="en-US" sz="3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ISSUE 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80337" y="2646915"/>
            <a:ext cx="5744623" cy="109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When selecting others when donating an item the user cannot create a custom item category nor descrption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35530" y="7415829"/>
            <a:ext cx="5744623" cy="109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Once an item infomation is entered when donating the infomation about the item cannot be changed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518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8778240"/>
          </a:xfrm>
          <a:custGeom>
            <a:avLst/>
            <a:gdLst/>
            <a:ahLst/>
            <a:cxnLst/>
            <a:rect r="r" b="b" t="t" l="l"/>
            <a:pathLst>
              <a:path h="8778240" w="18288000">
                <a:moveTo>
                  <a:pt x="0" y="0"/>
                </a:moveTo>
                <a:lnTo>
                  <a:pt x="18288000" y="0"/>
                </a:lnTo>
                <a:lnTo>
                  <a:pt x="18288000" y="8778240"/>
                </a:lnTo>
                <a:lnTo>
                  <a:pt x="0" y="87782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6161144"/>
            <a:ext cx="18288000" cy="4125856"/>
            <a:chOff x="0" y="0"/>
            <a:chExt cx="4816593" cy="10866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16592" cy="1086645"/>
            </a:xfrm>
            <a:custGeom>
              <a:avLst/>
              <a:gdLst/>
              <a:ahLst/>
              <a:cxnLst/>
              <a:rect r="r" b="b" t="t" l="l"/>
              <a:pathLst>
                <a:path h="108664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086645"/>
                  </a:lnTo>
                  <a:lnTo>
                    <a:pt x="0" y="10866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816593" cy="1134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474858" y="7034440"/>
            <a:ext cx="10143658" cy="1375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72"/>
              </a:lnSpc>
              <a:spcBef>
                <a:spcPct val="0"/>
              </a:spcBef>
            </a:pPr>
            <a:r>
              <a:rPr lang="en-US" sz="8051">
                <a:solidFill>
                  <a:srgbClr val="593C8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name="AutoShape 8" id="8"/>
          <p:cNvSpPr/>
          <p:nvPr/>
        </p:nvSpPr>
        <p:spPr>
          <a:xfrm>
            <a:off x="5300567" y="8314345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0" y="0"/>
            <a:ext cx="18288000" cy="6161144"/>
            <a:chOff x="0" y="0"/>
            <a:chExt cx="4816593" cy="16226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16592" cy="1622688"/>
            </a:xfrm>
            <a:custGeom>
              <a:avLst/>
              <a:gdLst/>
              <a:ahLst/>
              <a:cxnLst/>
              <a:rect r="r" b="b" t="t" l="l"/>
              <a:pathLst>
                <a:path h="1622688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622688"/>
                  </a:lnTo>
                  <a:lnTo>
                    <a:pt x="0" y="1622688"/>
                  </a:lnTo>
                  <a:close/>
                </a:path>
              </a:pathLst>
            </a:custGeom>
            <a:solidFill>
              <a:srgbClr val="FFFFFF">
                <a:alpha val="53725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816593" cy="16703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0" y="9435292"/>
            <a:ext cx="18288000" cy="1028690"/>
            <a:chOff x="0" y="0"/>
            <a:chExt cx="4816593" cy="2709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16592" cy="270931"/>
            </a:xfrm>
            <a:custGeom>
              <a:avLst/>
              <a:gdLst/>
              <a:ahLst/>
              <a:cxnLst/>
              <a:rect r="r" b="b" t="t" l="l"/>
              <a:pathLst>
                <a:path h="27093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1"/>
                  </a:lnTo>
                  <a:lnTo>
                    <a:pt x="0" y="270931"/>
                  </a:lnTo>
                  <a:close/>
                </a:path>
              </a:pathLst>
            </a:custGeom>
            <a:solidFill>
              <a:srgbClr val="593C8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816593" cy="3185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DAHFCOnzWoc</dc:identifier>
  <dcterms:modified xsi:type="dcterms:W3CDTF">2011-08-01T06:04:30Z</dcterms:modified>
  <cp:revision>1</cp:revision>
  <dc:title>Purple &amp;  white business profile presentation</dc:title>
</cp:coreProperties>
</file>